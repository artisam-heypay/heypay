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solidFill>
            <a:schemeClr val="tx1"/>
          </a:solidFill>
          <a:latin typeface="+mj-lt"/>
        </a:defRPr>
      </a:lvl1pPr>
    </p:titleStyle>
    <p:bodyStyle>
      <a:lvl1pPr marL="342900" indent="-342900">
        <a:buFont typeface="Arial"/>
        <a:buChar char="•"/>
        <a:defRPr sz="2400">
          <a:solidFill>
            <a:schemeClr val="tx1"/>
          </a:solidFill>
          <a:latin typeface="+mn-lt"/>
        </a:defRPr>
      </a:lvl1pPr>
      <a:lvl2pPr marL="742950" indent="-285750">
        <a:buFont typeface="Arial"/>
        <a:buChar char="–"/>
        <a:defRPr sz="2000">
          <a:solidFill>
            <a:schemeClr val="tx1"/>
          </a:solidFill>
          <a:latin typeface="+mn-lt"/>
        </a:defRPr>
      </a:lvl2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llSlideImage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8E8"/>
          </a:solidFill>
          <a:ln>
            <a:solidFill>
              <a:srgbClr val="AAAAAA"/>
            </a:solidFill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2400"/>
              <a:t>[FULL-SLIDE IMAGE — see image prompt #1]</a:t>
            </a: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685800" y="2300000"/>
            <a:ext cx="108204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6000" b="1"/>
              <a:t>HeyPay</a:t>
            </a:r>
          </a:p>
        </p:txBody>
      </p:sp>
      <p:sp>
        <p:nvSpPr>
          <p:cNvPr id="4" name="Subtitle"/>
          <p:cNvSpPr>
            <a:spLocks noGrp="1"/>
          </p:cNvSpPr>
          <p:nvPr/>
        </p:nvSpPr>
        <p:spPr>
          <a:xfrm>
            <a:off x="685800" y="3400000"/>
            <a:ext cx="10820400" cy="1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2800"/>
              <a:t>Pay any QRPH merchant with your crypto balance.</a:t>
            </a:r>
          </a:p>
          <a:p>
            <a:pPr>
              <a:buNone/>
            </a:pPr>
            <a:r>
              <a:rPr lang="en-US" sz="2000"/>
              <a:t>Project Lead: [NAME]</a:t>
            </a:r>
          </a:p>
          <a:p>
            <a:pPr>
              <a:buNone/>
            </a:pPr>
            <a:r>
              <a:rPr lang="en-US" sz="2000"/>
              <a:t>Team: [PLACEHOLDER: team name]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llSlideImage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8E8"/>
          </a:solidFill>
          <a:ln>
            <a:solidFill>
              <a:srgbClr val="AAAAAA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r>
              <a:rPr lang="en-US" sz="2400"/>
              <a:t>[FULL-SLIDE IMAGE — see image prompt #2]</a:t>
            </a: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685800" y="400000"/>
            <a:ext cx="108204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4000" b="1"/>
              <a:t>Two worlds that don't talk</a:t>
            </a:r>
          </a:p>
        </p:txBody>
      </p:sp>
      <p:sp>
        <p:nvSpPr>
          <p:cNvPr id="4" name="Caption"/>
          <p:cNvSpPr>
            <a:spLocks noGrp="1"/>
          </p:cNvSpPr>
          <p:nvPr/>
        </p:nvSpPr>
        <p:spPr>
          <a:xfrm>
            <a:off x="685800" y="5500000"/>
            <a:ext cx="108204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2200"/>
              <a:t>Crypto holders can't spend it. Merchants won't integrate anything new.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00000"/>
            <a:ext cx="10820400" cy="1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4000" b="1"/>
              <a:t>The Solution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700000"/>
            <a:ext cx="10820400" cy="4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en-US" sz="2400"/>
              <a:t>Pay QRPH straight from your XLM balance</a:t>
            </a:r>
          </a:p>
          <a:p>
            <a:pPr/>
            <a:r>
              <a:rPr lang="en-US" sz="2400"/>
              <a:t>One scan of the merchant's existing code</a:t>
            </a:r>
          </a:p>
          <a:p>
            <a:pPr/>
            <a:r>
              <a:rPr lang="en-US" sz="2400"/>
              <a:t>Live, locked XLM→PHP rate before you pay</a:t>
            </a:r>
          </a:p>
          <a:p>
            <a:pPr/>
            <a:r>
              <a:rPr lang="en-US" sz="2400"/>
              <a:t>Merchant gets PHP — zero new integration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00000"/>
            <a:ext cx="10820400" cy="1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4000" b="1"/>
              <a:t>Live Demo — Payer to Merchant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700000"/>
            <a:ext cx="10820400" cy="4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en-US" sz="2400"/>
              <a:t>Prefund wallet with XLM</a:t>
            </a:r>
          </a:p>
          <a:p>
            <a:pPr/>
            <a:r>
              <a:rPr lang="en-US" sz="2400"/>
              <a:t>Scan merchant's QRPH code</a:t>
            </a:r>
          </a:p>
          <a:p>
            <a:pPr/>
            <a:r>
              <a:rPr lang="en-US" sz="2400"/>
              <a:t>Confirm amount and live rate</a:t>
            </a:r>
          </a:p>
          <a:p>
            <a:pPr/>
            <a:r>
              <a:rPr lang="en-US" sz="2400"/>
              <a:t>Watch it settle → merchant paid in PHP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00000"/>
            <a:ext cx="10820400" cy="1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4000" b="1"/>
              <a:t>How It Works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700000"/>
            <a:ext cx="10820400" cy="4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en-US" sz="2400"/>
              <a:t>Scan &amp; decode to national EMVCo standard</a:t>
            </a:r>
          </a:p>
          <a:p>
            <a:pPr/>
            <a:r>
              <a:rPr lang="en-US" sz="2400"/>
              <a:t>Quote &amp; lock rate, reserve exact XLM</a:t>
            </a:r>
          </a:p>
          <a:p>
            <a:pPr/>
            <a:r>
              <a:rPr lang="en-US" sz="2400"/>
              <a:t>Settle in background — idempotent, resumable</a:t>
            </a:r>
          </a:p>
          <a:p>
            <a:pPr/>
            <a:r>
              <a:rPr lang="en-US" sz="2400"/>
              <a:t>Live status; auto-refund on failure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00000"/>
            <a:ext cx="10820400" cy="1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4000" b="1"/>
              <a:t>Impact &amp; Market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700000"/>
            <a:ext cx="10820400" cy="4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en-US" sz="2400"/>
              <a:t>Payers: spend crypto without off-ramping</a:t>
            </a:r>
          </a:p>
          <a:p>
            <a:pPr/>
            <a:r>
              <a:rPr lang="en-US" sz="2400"/>
              <a:t>Merchants: crypto-funded, still plain PHP</a:t>
            </a:r>
          </a:p>
          <a:p>
            <a:pPr/>
            <a:r>
              <a:rPr lang="en-US" sz="2400"/>
              <a:t>QRPH is the national rail — already everywhere</a:t>
            </a:r>
          </a:p>
          <a:p>
            <a:pPr/>
            <a:r>
              <a:rPr lang="en-US" sz="2400"/>
              <a:t>A bridge, not yet-another-app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00000"/>
            <a:ext cx="10820400" cy="1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4000" b="1"/>
              <a:t>What's Next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700000"/>
            <a:ext cx="10820400" cy="4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en-US" sz="2400"/>
              <a:t>Admin oversight console</a:t>
            </a:r>
          </a:p>
          <a:p>
            <a:pPr/>
            <a:r>
              <a:rPr lang="en-US" sz="2400"/>
              <a:t>Stablecoin payments (USDC / USDT)</a:t>
            </a:r>
          </a:p>
          <a:p>
            <a:pPr/>
            <a:r>
              <a:rPr lang="en-US" sz="2400"/>
              <a:t>Real KYC, 2FA &amp; fraud scoring</a:t>
            </a:r>
          </a:p>
          <a:p>
            <a:pPr/>
            <a:r>
              <a:rPr lang="en-US" sz="2400"/>
              <a:t>Native mobile apps</a:t>
            </a:r>
          </a:p>
          <a:p>
            <a:pPr/>
            <a:r>
              <a:rPr lang="en-US" sz="2400"/>
              <a:t>Production rail hardening + reconciliation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00000"/>
            <a:ext cx="10820400" cy="1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US" sz="4000" b="1"/>
              <a:t>Team &amp; Thanks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700000"/>
            <a:ext cx="10820400" cy="4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en-US" sz="2400"/>
              <a:t>[PLACEHOLDER: name] — role</a:t>
            </a:r>
          </a:p>
          <a:p>
            <a:pPr/>
            <a:r>
              <a:rPr lang="en-US" sz="2400"/>
              <a:t>[PLACEHOLDER: name] — role</a:t>
            </a:r>
          </a:p>
          <a:p>
            <a:pPr/>
            <a:r>
              <a:rPr lang="en-US" sz="2400"/>
              <a:t>[PLACEHOLDER: name] — role</a:t>
            </a:r>
          </a:p>
          <a:p>
            <a:pPr/>
            <a:r>
              <a:rPr lang="en-US" sz="2400"/>
              <a:t>Contact: [PLACEHOLDER: email / handle / project URL]</a:t>
            </a:r>
          </a:p>
          <a:p>
            <a:pPr/>
            <a:r>
              <a:rPr lang="en-US" sz="2400"/>
              <a:t>Thanks: organizers, Stellar docs, PDAX API docs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